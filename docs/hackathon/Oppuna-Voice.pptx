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introduce the team. Go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already process a day by talking. The app should not begin by demanding a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path, not the stack. The demo already showed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WebSocket. Microphone audio in. Spoken audio out. Voice Agent, voice alba, PCM at 24 kHz. Tools run in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typical assistant keeps memory you never see. Oppuna shows the lines and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25 seconds. The voice session is the network path. Approved memory stays on the device. Production Android builds of the rest of Oppuna still ship without general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Patterns already exist and stay quiet until two approved reflections fall in the window. Do not present the Later column as shipped. Do not quote market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000" b="1">
                <a:solidFill>
                  <a:srgbClr val="3D6B5A"/>
                </a:solidFill>
                <a:latin typeface="Calibri"/>
              </a:rPr>
              <a:t>OPPUNA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4000" b="1">
                <a:solidFill>
                  <a:srgbClr val="1C2420"/>
                </a:solidFill>
                <a:latin typeface="Calibri"/>
              </a:rPr>
              <a:t>Talk. Reflect. Remember — on your terms.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000" b="0">
                <a:solidFill>
                  <a:srgbClr val="5C675F"/>
                </a:solidFill>
                <a:latin typeface="Calibri"/>
              </a:rPr>
              <a:t>Voice-first reflection with user-controlled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0">
                <a:solidFill>
                  <a:srgbClr val="3D6B5A"/>
                </a:solidFill>
                <a:latin typeface="Calibri"/>
              </a:rPr>
              <a:t>Powered by AssemblyAI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>
                <a:solidFill>
                  <a:srgbClr val="1C2420"/>
                </a:solidFill>
                <a:latin typeface="Calibri"/>
              </a:rPr>
              <a:t>Reflection has too much friction.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4023360" cy="658368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82496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C2420"/>
                </a:solidFill>
                <a:latin typeface="Calibri"/>
              </a:rPr>
              <a:t>Think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3D6B5A"/>
                </a:solidFill>
                <a:latin typeface="Calibri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4023360" cy="658368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C2420"/>
                </a:solidFill>
                <a:latin typeface="Calibri"/>
              </a:rPr>
              <a:t>Organize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3D6B5A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4023360" cy="658368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11296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C2420"/>
                </a:solidFill>
                <a:latin typeface="Calibri"/>
              </a:rP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3D6B5A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97680"/>
            <a:ext cx="4023360" cy="658368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25696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C2420"/>
                </a:solidFill>
                <a:latin typeface="Calibri"/>
              </a:rPr>
              <a:t>Reflect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37744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0">
                <a:solidFill>
                  <a:srgbClr val="1C2420"/>
                </a:solidFill>
                <a:latin typeface="Calibri"/>
              </a:rPr>
              <a:t>A blank page asks you to organize a feeling before you’ve understood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>
                <a:solidFill>
                  <a:srgbClr val="1C2420"/>
                </a:solidFill>
                <a:latin typeface="Calibri"/>
              </a:rPr>
              <a:t>Just talk.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6583680" cy="566928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25880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C2420"/>
                </a:solidFill>
                <a:latin typeface="Calibri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01368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D6B5A"/>
                </a:solidFill>
                <a:latin typeface="Calibri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39112"/>
            <a:ext cx="6583680" cy="566928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30552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C2420"/>
                </a:solidFill>
                <a:latin typeface="Calibri"/>
              </a:rPr>
              <a:t>Natural conversation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D6B5A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43784"/>
            <a:ext cx="6583680" cy="566928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935224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C2420"/>
                </a:solidFill>
                <a:latin typeface="Calibri"/>
              </a:rPr>
              <a:t>Structured reflection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10712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D6B5A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48456"/>
            <a:ext cx="6583680" cy="566928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39896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You approve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15384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D6B5A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53128"/>
            <a:ext cx="6583680" cy="566928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44568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C2420"/>
                </a:solidFill>
                <a:latin typeface="Calibri"/>
              </a:rPr>
              <a:t>Continuity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43200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>
                <a:solidFill>
                  <a:srgbClr val="5C675F"/>
                </a:solidFill>
                <a:latin typeface="Calibri"/>
              </a:rPr>
              <a:t>The conversation can become a reflection without becoming permanent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>
                <a:solidFill>
                  <a:srgbClr val="1C2420"/>
                </a:solidFill>
                <a:latin typeface="Calibri"/>
              </a:rPr>
              <a:t>Voice isn’t an input method.
It’s the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3D6B5A"/>
                </a:solidFill>
                <a:latin typeface="Calibri"/>
              </a:rPr>
              <a:t>You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3D6B5A"/>
                </a:solidFill>
                <a:latin typeface="Calibri"/>
              </a:rPr>
              <a:t>The voice agent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86868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2103120"/>
            <a:ext cx="5303520" cy="86868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C2420"/>
                </a:solidFill>
                <a:latin typeface="Calibri"/>
              </a:rPr>
              <a:t>Words appear while you are still talking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04288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3D6B5A"/>
                </a:solidFill>
                <a:latin typeface="Calibri"/>
              </a:rPr>
              <a:t>Live transcript on the same socket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90672"/>
            <a:ext cx="5394960" cy="86868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3090672"/>
            <a:ext cx="5303520" cy="86868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C2420"/>
                </a:solidFill>
                <a:latin typeface="Calibri"/>
              </a:rPr>
              <a:t>Oppuna answers without a record button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3D6B5A"/>
                </a:solidFill>
                <a:latin typeface="Calibri"/>
              </a:rPr>
              <a:t>Turn detection inside the session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78224"/>
            <a:ext cx="5394960" cy="86868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078224"/>
            <a:ext cx="5303520" cy="86868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79392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C2420"/>
                </a:solidFill>
                <a:latin typeface="Calibri"/>
              </a:rPr>
              <a:t>You talk over the reply and it stops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79392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3D6B5A"/>
                </a:solidFill>
                <a:latin typeface="Calibri"/>
              </a:rPr>
              <a:t>Barge-in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65776"/>
            <a:ext cx="5394960" cy="86868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5065776"/>
            <a:ext cx="5303520" cy="86868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66944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C2420"/>
                </a:solidFill>
                <a:latin typeface="Calibri"/>
              </a:rPr>
              <a:t>A reflection card appears after you agree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266944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3D6B5A"/>
                </a:solidFill>
                <a:latin typeface="Calibri"/>
              </a:rPr>
              <a:t>Client tool: save_reflection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>
                <a:solidFill>
                  <a:srgbClr val="1C2420"/>
                </a:solidFill>
                <a:latin typeface="Calibri"/>
              </a:rPr>
              <a:t>You decide what Oppuna remembers.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5029200" cy="530352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6187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C2420"/>
                </a:solidFill>
                <a:latin typeface="Calibri"/>
              </a:rPr>
              <a:t>Conversation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5029200" cy="530352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0195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C2420"/>
                </a:solidFill>
                <a:latin typeface="Calibri"/>
              </a:rPr>
              <a:t>Reflection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68880"/>
            <a:ext cx="5029200" cy="530352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C2420"/>
                </a:solidFill>
                <a:latin typeface="Calibri"/>
              </a:rPr>
              <a:t>Memory candidates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108960"/>
            <a:ext cx="5029200" cy="530352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8211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Your 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200400"/>
            <a:ext cx="2194560" cy="77724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36499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200400"/>
            <a:ext cx="2194560" cy="77724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36499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000" b="1">
                <a:solidFill>
                  <a:srgbClr val="1C2420"/>
                </a:solidFill>
                <a:latin typeface="Calibri"/>
              </a:rPr>
              <a:t>Leave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023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3D6B5A"/>
                </a:solidFill>
                <a:latin typeface="Calibr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89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800" b="1">
                <a:solidFill>
                  <a:srgbClr val="3D6B5A"/>
                </a:solidFill>
                <a:latin typeface="Calibri"/>
              </a:rPr>
              <a:t>Later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12064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5C675F"/>
                </a:solidFill>
                <a:latin typeface="Calibri"/>
              </a:rPr>
              <a:t>Unchecked lines are not retrieved.
A later session can use only what you kept.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>
                <a:solidFill>
                  <a:srgbClr val="1C2420"/>
                </a:solidFill>
                <a:latin typeface="Calibri"/>
              </a:rPr>
              <a:t>One conversation. Local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097280"/>
            <a:ext cx="7955279" cy="77724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207008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1C2420"/>
                </a:solidFill>
                <a:latin typeface="Calibri"/>
              </a:rPr>
              <a:t>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984248"/>
            <a:ext cx="7955279" cy="77724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093976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1C2420"/>
                </a:solidFill>
                <a:latin typeface="Calibri"/>
              </a:rPr>
              <a:t>Oppuna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871216"/>
            <a:ext cx="7955279" cy="96012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980944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AssemblyAI Voice Agent
hears  ·  takes turns  ·  speaks  ·  can be interrupted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3941064"/>
            <a:ext cx="7955279" cy="9601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050792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1C2420"/>
                </a:solidFill>
                <a:latin typeface="Calibri"/>
              </a:rPr>
              <a:t>Tools in the app
save reflection  ·  recall approved memory  ·  note a mood  ·  patterns when there is enough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5010912"/>
            <a:ext cx="7955279" cy="960120"/>
          </a:xfrm>
          <a:prstGeom prst="rect">
            <a:avLst/>
          </a:prstGeom>
          <a:solidFill>
            <a:srgbClr val="DC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512064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3D6B5A"/>
                </a:solidFill>
                <a:latin typeface="Calibri"/>
              </a:rPr>
              <a:t>On this device
the lines you checked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C2420"/>
                </a:solidFill>
                <a:latin typeface="Calibri"/>
              </a:rPr>
              <a:t>From a blank page to a conversation you can return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3D6B5A"/>
                </a:solidFill>
                <a:latin typeface="Calibri"/>
              </a:rPr>
              <a:t>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5029200" cy="64008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02535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C2420"/>
                </a:solidFill>
                <a:latin typeface="Calibri"/>
              </a:rPr>
              <a:t>Natural voice conversations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59"/>
            <a:ext cx="5029200" cy="64008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79775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C2420"/>
                </a:solidFill>
                <a:latin typeface="Calibri"/>
              </a:rPr>
              <a:t>Structured reflections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28999"/>
            <a:ext cx="5029200" cy="64008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57015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C2420"/>
                </a:solidFill>
                <a:latin typeface="Calibri"/>
              </a:rPr>
              <a:t>Memory you 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5C675F"/>
                </a:solidFill>
                <a:latin typeface="Calibri"/>
              </a:rPr>
              <a:t>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5C675F"/>
                </a:solidFill>
                <a:latin typeface="Calibri"/>
              </a:rPr>
              <a:t>Richer history across many reflections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41447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5C675F"/>
                </a:solidFill>
                <a:latin typeface="Calibri"/>
              </a:rPr>
              <a:t>Patterns only when saved history supports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08375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5C675F"/>
                </a:solidFill>
                <a:latin typeface="Calibri"/>
              </a:rPr>
              <a:t>Voice in more languages Oppuna already lists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75303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5C675F"/>
                </a:solidFill>
                <a:latin typeface="Calibri"/>
              </a:rPr>
              <a:t>Encrypted local reflection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400" b="1">
                <a:solidFill>
                  <a:srgbClr val="1C2420"/>
                </a:solidFill>
                <a:latin typeface="Calibri"/>
              </a:rPr>
              <a:t>Talk. Reflect. Remember — on your terms.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3D6B5A"/>
                </a:solidFill>
                <a:latin typeface="Calibri"/>
              </a:rPr>
              <a:t>Oppuna Voice  ×  AssemblyAI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Oppuna Voice</dc:title>
  <dc:subject>Talk. Reflect. Remember — on your terms.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AssemblyAI Voice Agent Hackathon</cp:category>
</cp:coreProperties>
</file>